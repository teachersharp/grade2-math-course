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1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137160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🔢 第01课《数字的奥秘》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8534095" cy="731520"/>
          </a:xfrm>
          <a:prstGeom prst="roundRect">
            <a:avLst/>
          </a:prstGeom>
          <a:solidFill>
            <a:srgbClr val="94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  <a:latin typeface="Microsoft YaHei"/>
              </a:defRPr>
            </a:pPr>
            <a:r>
              <a:t>🎯 发现规律 · 培养数感 · 快乐学习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02920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🐸 🔢 ✨ 🎯 🎮 📚 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🎯 本课学习目标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 认识数字规律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学习等差数列、递推数列、斐波那契数列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🧩 掌握数独入门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理解3×3数独规则，运用排除法解题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3035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🎮 培养数学兴趣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通过游戏化学习，爱上数学思考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97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4297680"/>
            <a:ext cx="53035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💡 提升思维能力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观察力、逻辑力、计算力、创造力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🎮 热身游戏：数字接龙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 游戏规则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defRPr sz="2000">
                <a:latin typeface="Microsoft YaHei"/>
              </a:defRPr>
            </a:pPr>
            <a:r>
              <a:t>1️⃣ 按规律接龙，接不上表演节目</a:t>
            </a:r>
          </a:p>
          <a:p>
            <a:endParaRPr/>
          </a:p>
          <a:p>
            <a:r>
              <a:t>2️⃣ 从1数到30，遇3的倍数拍手</a:t>
            </a:r>
          </a:p>
          <a:p>
            <a:r>
              <a:t>   1, 2, 👏, 4, 5, 👏...</a:t>
            </a:r>
          </a:p>
          <a:p>
            <a:endParaRPr/>
          </a:p>
          <a:p>
            <a:r>
              <a:t>3️⃣ 发现规律：3, 6, 9, 12, 15...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4864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🔢 数字规律示例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defRPr sz="2000">
                <a:latin typeface="Microsoft YaHei"/>
              </a:defRPr>
            </a:pPr>
            <a:r>
              <a:t>① 2, 4, 6, 8, __, __</a:t>
            </a:r>
          </a:p>
          <a:p>
            <a:r>
              <a:t>   规律：每次+2</a:t>
            </a:r>
          </a:p>
          <a:p>
            <a:endParaRPr/>
          </a:p>
          <a:p>
            <a:r>
              <a:t>② 1, 3, 5, 7, __, __</a:t>
            </a:r>
          </a:p>
          <a:p>
            <a:r>
              <a:t>   规律：奇数序列</a:t>
            </a:r>
          </a:p>
          <a:p>
            <a:endParaRPr/>
          </a:p>
          <a:p>
            <a:r>
              <a:t>③ 1, 2, 4, 7, 11, __</a:t>
            </a:r>
          </a:p>
          <a:p>
            <a:r>
              <a:t>   规律：差递增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📚 概念一：等差数列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13716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📖 定义：相邻两个数的差都相等的数列叫做等差数列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🐸 小青蛙跳荷叶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1, 3, 5, 7, 9, 11...</a:t>
            </a:r>
          </a:p>
          <a:p>
            <a:endParaRPr/>
          </a:p>
          <a:p>
            <a:r>
              <a:t>规律：每次+2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97680" y="365760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🚂 小火车车厢号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38912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1, 4, 7, 10, 13...</a:t>
            </a:r>
          </a:p>
          <a:p>
            <a:endParaRPr/>
          </a:p>
          <a:p>
            <a:r>
              <a:t>规律：每次+3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57600"/>
            <a:ext cx="36576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8160" y="365760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🐿️ 小松鼠藏松果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2, 4, 6, 8, 10...</a:t>
            </a:r>
          </a:p>
          <a:p>
            <a:endParaRPr/>
          </a:p>
          <a:p>
            <a:r>
              <a:t>规律：每次+2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📚 概念二：斐波那契数列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11887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🐰 兔子数列：从第3个数开始，每个数 = 前两个数之和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62895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660099"/>
                </a:solidFill>
                <a:latin typeface="Courier New"/>
              </a:defRPr>
            </a:pPr>
            <a:r>
              <a:t>1 , 1 , 2 , 3 , 5 , 8 , 13 , 21 , 34 , 55 ...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latin typeface="Microsoft YaHei"/>
              </a:defRPr>
            </a:pPr>
            <a:r>
              <a:t>计算过程：</a:t>
            </a:r>
          </a:p>
          <a:p>
            <a:r>
              <a:t>1 + 1 = 2    1 + 2 = 3    2 + 3 = 5    3 + 5 = 8    5 + 8 = 13 ...</a:t>
            </a:r>
          </a:p>
          <a:p>
            <a:endParaRPr/>
          </a:p>
          <a:p>
            <a:r>
              <a:t>✨ 自然界中的斐波那契：花瓣数、松果螺旋、向日葵种子排列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📝 例题1：找规律填数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 sz="2400">
                <a:latin typeface="Microsoft YaHei"/>
              </a:defRPr>
            </a:pPr>
            <a:r>
              <a:rPr dirty="0"/>
              <a:t>🐸 </a:t>
            </a:r>
            <a:r>
              <a:rPr dirty="0" err="1"/>
              <a:t>小青蛙跳荷叶</a:t>
            </a:r>
            <a:endParaRPr dirty="0"/>
          </a:p>
          <a:p>
            <a:r>
              <a:rPr dirty="0"/>
              <a:t>它踩到的荷叶编号是：1, 3, 5, 7, ___, ___</a:t>
            </a:r>
          </a:p>
          <a:p>
            <a:r>
              <a:rPr dirty="0" err="1"/>
              <a:t>请问：接下来会踩到哪两片荷叶</a:t>
            </a:r>
            <a:r>
              <a:rPr dirty="0"/>
              <a:t>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1277295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40000"/>
              </a:lnSpc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✅ 解答：</a:t>
            </a:r>
          </a:p>
          <a:p>
            <a:endParaRPr/>
          </a:p>
          <a:p>
            <a:r>
              <a:t>观察：3-1=2, 5-3=2, 7-5=2  →  这是一个等差数列，每次+2</a:t>
            </a:r>
          </a:p>
          <a:p>
            <a:endParaRPr/>
          </a:p>
          <a:p>
            <a:r>
              <a:t>答案：7+2=9, 9+2=11</a:t>
            </a:r>
          </a:p>
          <a:p>
            <a:endParaRPr/>
          </a:p>
          <a:p>
            <a:r>
              <a:t>所以接下来会踩到 9 和 11 号荷叶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📝 例题2：图形数独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🧩 题目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defRPr sz="2800">
                <a:latin typeface="Microsoft YaHei"/>
              </a:defRPr>
            </a:pPr>
            <a:r>
              <a:t>将 🌸、🍀、⭐ 填入空格</a:t>
            </a:r>
          </a:p>
          <a:p>
            <a:r>
              <a:t>使每行每列都有这三种图案</a:t>
            </a:r>
          </a:p>
          <a:p>
            <a:endParaRPr/>
          </a:p>
          <a:p>
            <a:r>
              <a:t>🌸 🍀 ？</a:t>
            </a:r>
          </a:p>
          <a:p>
            <a:r>
              <a:t>⭐ 🌸 ？</a:t>
            </a:r>
          </a:p>
          <a:p>
            <a:r>
              <a:t>？  ？  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33695" cy="4114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33695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✅ 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9377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🌸 🍀 ⭐</a:t>
            </a:r>
          </a:p>
          <a:p>
            <a:r>
              <a:t>⭐ 🌸 🍀</a:t>
            </a:r>
          </a:p>
          <a:p>
            <a:r>
              <a:t>🍀 ⭐ 🌸</a:t>
            </a:r>
          </a:p>
          <a:p>
            <a:endParaRPr/>
          </a:p>
          <a:p>
            <a:r>
              <a:t>方法：排除法</a:t>
            </a:r>
          </a:p>
          <a:p>
            <a:r>
              <a:t>第一行缺⭐ → 填⭐</a:t>
            </a:r>
          </a:p>
          <a:p>
            <a:r>
              <a:t>第二行缺🍀 → 填🍀</a:t>
            </a:r>
          </a:p>
          <a:p>
            <a:r>
              <a:t>以此类推...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🎮 课堂练习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练习1 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918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2, 4, 6, 8, __, __</a:t>
            </a:r>
          </a:p>
          <a:p>
            <a:r>
              <a:t>规律：每次+2</a:t>
            </a:r>
          </a:p>
          <a:p>
            <a:r>
              <a:t>答案：10,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练习2 ⭐⭐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43200"/>
            <a:ext cx="32918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1, 1, 2, 3, 5, 8, __</a:t>
            </a:r>
          </a:p>
          <a:p>
            <a:r>
              <a:t>规律：斐波那契</a:t>
            </a:r>
          </a:p>
          <a:p>
            <a:r>
              <a:t>答案：13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657600" cy="54864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练习3 ⭐⭐⭐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32918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🔴+🔴=8, 🔴+🔵=10</a:t>
            </a:r>
          </a:p>
          <a:p>
            <a:r>
              <a:t>求：🔵+🔵=?</a:t>
            </a:r>
          </a:p>
          <a:p>
            <a:r>
              <a:t>答案：12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🌟 知识总结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 等差数列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相邻数差相等</a:t>
            </a:r>
          </a:p>
          <a:p>
            <a:r>
              <a:t>如：2, 4, 6, 8...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0352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🐰 斐波那契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前两项之和</a:t>
            </a:r>
          </a:p>
          <a:p>
            <a:r>
              <a:t>如：1, 1, 2, 3, 5...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30352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🧩 数独规则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每行每列不重复</a:t>
            </a:r>
          </a:p>
          <a:p>
            <a:r>
              <a:t>用排除法解题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97680"/>
            <a:ext cx="53035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0" y="4297680"/>
            <a:ext cx="53035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💡 解题方法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  <a:latin typeface="Microsoft YaHei"/>
              </a:defRPr>
            </a:pPr>
            <a:r>
              <a:t>先观察找规律</a:t>
            </a:r>
          </a:p>
          <a:p>
            <a:r>
              <a:t>再计算验证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1097280"/>
          </a:xfrm>
          <a:prstGeom prst="round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📝 作业布置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77295" cy="548640"/>
          </a:xfrm>
          <a:prstGeom prst="roundRect">
            <a:avLst/>
          </a:prstGeom>
          <a:solidFill>
            <a:srgbClr val="94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6576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基础作业 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完成练习册第1-3题</a:t>
            </a:r>
          </a:p>
          <a:p>
            <a:r>
              <a:t>（约10分钟）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65760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提高作业 ⭐⭐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1089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找一找生活中的数字规律</a:t>
            </a:r>
          </a:p>
          <a:p>
            <a:r>
              <a:t>和家长分享（约15分钟）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65760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57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挑战作业 ⭐⭐⭐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>
                <a:latin typeface="Microsoft YaHei"/>
              </a:defRPr>
            </a:pPr>
            <a:r>
              <a:t>尝试完成一道4×4数独</a:t>
            </a:r>
          </a:p>
          <a:p>
            <a:r>
              <a:t>（选做）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80"/>
            <a:ext cx="10362895" cy="7315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💡 温馨提示：遇到困难可以请教家长，或扫码咨询夏老师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217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0362895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660099"/>
                </a:solidFill>
              </a:defRPr>
            </a:pPr>
            <a:r>
              <a:t>🎉 今天的课程结束啦！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下节课预告：《图形变变变》🎨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30352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✨ 🔢 🎯 🎮 📚 💡 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二年级思维训练课程 · 夏老师原创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569</Words>
  <Application>Microsoft Office PowerPoint</Application>
  <PresentationFormat>宽屏</PresentationFormat>
  <Paragraphs>160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2026-03-25T01:09:23Z</dcterms:modified>
  <cp:category/>
</cp:coreProperties>
</file>