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2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⏰ 2026-03-12 00:58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57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9E2A2B"/>
                </a:solidFill>
              </a:defRPr>
            </a:pPr>
            <a:r>
              <a:t>第1课 数字的奥秘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060000"/>
            <a:ext cx="57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C3E4F"/>
                </a:solidFill>
              </a:defRPr>
            </a:pPr>
            <a:r>
              <a:t>探索数字规律，培养数感与逻辑思维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960000"/>
            <a:ext cx="57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4F9C"/>
                </a:solidFill>
              </a:defRPr>
            </a:pPr>
            <a:r>
              <a:t>👨‍🏫 夏老师 原创课件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5040000"/>
            <a:ext cx="5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8000" y="5040000"/>
            <a:ext cx="5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9E2A2B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000" y="5040000"/>
            <a:ext cx="5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0" y="5040000"/>
            <a:ext cx="5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9E2A2B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999" y="5040000"/>
            <a:ext cx="5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5040000"/>
            <a:ext cx="5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9E2A2B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8000" y="5040000"/>
            <a:ext cx="5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6000" y="5040000"/>
            <a:ext cx="5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9E2A2B"/>
                </a:solidFill>
              </a:defRPr>
            </a:pPr>
            <a: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999" y="5040000"/>
            <a:ext cx="5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20000"/>
            <a:ext cx="12192119" cy="72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6228000"/>
            <a:ext cx="57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🎯 夏老师数学思维课堂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57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B4F9C"/>
                </a:solidFill>
              </a:defRPr>
            </a:pPr>
            <a:r>
              <a:t>📋 课程导航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000" y="1620000"/>
            <a:ext cx="5040000" cy="7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E2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0000" y="1728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0" y="1692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E2A2B"/>
                </a:solidFill>
              </a:defRPr>
            </a:pPr>
            <a:r>
              <a:t>热身游戏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0" y="1980000"/>
            <a:ext cx="28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数字炸弹 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2520000"/>
            <a:ext cx="5040000" cy="7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2628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0" y="2592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B4F9C"/>
                </a:solidFill>
              </a:defRPr>
            </a:pPr>
            <a:r>
              <a:t>基础练习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0" y="2880000"/>
            <a:ext cx="28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兴趣唤醒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0000" y="3420000"/>
            <a:ext cx="5040000" cy="7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0000" y="3528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0" y="3492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800"/>
                </a:solidFill>
              </a:defRPr>
            </a:pPr>
            <a:r>
              <a:t>提高练习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000" y="3780000"/>
            <a:ext cx="28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思维拓展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0000" y="4320000"/>
            <a:ext cx="5040000" cy="7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E2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0000" y="4428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0" y="4392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E2A2B"/>
                </a:solidFill>
              </a:defRPr>
            </a:pPr>
            <a:r>
              <a:t>挑战练习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4680000"/>
            <a:ext cx="28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能力提升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0000" y="5220000"/>
            <a:ext cx="5040000" cy="7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0000" y="5328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0000" y="5292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B4F9C"/>
                </a:solidFill>
              </a:defRPr>
            </a:pPr>
            <a:r>
              <a:t>教具清单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0000" y="5580000"/>
            <a:ext cx="28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课堂准备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0"/>
            <a:ext cx="540000" cy="28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1800000"/>
            <a:ext cx="28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240000"/>
            <a:ext cx="57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B4F9C"/>
                </a:solidFill>
              </a:defRPr>
            </a:pPr>
            <a:r>
              <a:t>热身游戏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140000"/>
            <a:ext cx="57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4F"/>
                </a:solidFill>
              </a:defRPr>
            </a:pPr>
            <a:r>
              <a:t>数字炸弹 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6480000" cy="720000"/>
          </a:xfrm>
          <a:prstGeom prst="round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468000"/>
            <a:ext cx="64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🎮 数字炸弹 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440000"/>
            <a:ext cx="5760000" cy="3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1800000"/>
            <a:ext cx="50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4F"/>
                </a:solidFill>
              </a:defRPr>
            </a:pPr>
            <a:r>
              <a:t>1️⃣ 从30倒数到1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340000"/>
            <a:ext cx="50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4F"/>
                </a:solidFill>
              </a:defRPr>
            </a:pPr>
            <a:r>
              <a:t>2️⃣ 遇到5的倍数或含5的数字拍桌子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880000"/>
            <a:ext cx="50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4F"/>
                </a:solidFill>
              </a:defRPr>
            </a:pPr>
            <a:r>
              <a:t>3️⃣ 拍桌子时说出"5的倍数！"或"含5数字！"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420000"/>
            <a:ext cx="50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4F"/>
                </a:solidFill>
              </a:defRPr>
            </a:pPr>
            <a:r>
              <a:t>4️⃣ 出错的人表演一个小节目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960000"/>
            <a:ext cx="5760000" cy="108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4068000"/>
            <a:ext cx="504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4F"/>
                </a:solidFill>
              </a:defRPr>
            </a:pPr>
            <a:r>
              <a:t>💡 示例：30（拍！5的倍数）→ 29 → 28 → 27 → 26 → 25（拍！含5数字）→ 24...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0"/>
            <a:ext cx="540000" cy="28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1800000"/>
            <a:ext cx="28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240000"/>
            <a:ext cx="57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B4F9C"/>
                </a:solidFill>
              </a:defRPr>
            </a:pPr>
            <a:r>
              <a:t>基础练习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140000"/>
            <a:ext cx="57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4F"/>
                </a:solidFill>
              </a:defRPr>
            </a:pPr>
            <a:r>
              <a:t>兴趣唤醒 - 小动物探险队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0000" y="360000"/>
            <a:ext cx="720000" cy="360000"/>
          </a:xfrm>
          <a:prstGeom prst="round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96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题1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360000"/>
            <a:ext cx="50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4F9C"/>
                </a:solidFill>
              </a:defRPr>
            </a:pPr>
            <a:r>
              <a:t>🐸 小青蛙跳荷叶 - 图形找规律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61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2C3E4F"/>
                </a:solidFill>
              </a:defRPr>
            </a:pPr>
            <a:r>
              <a:t>△ □ ○ △ □ ○ __ __ __</a:t>
            </a:r>
            <a:br/>
            <a:r>
              <a:t>（循环规律）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160000"/>
            <a:ext cx="6120000" cy="1800000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2268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592000"/>
            <a:ext cx="57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答案：△ □ ○</a:t>
            </a:r>
            <a:br/>
            <a:br/>
            <a:r>
              <a:t>就像找朋友一样，把重复的图形圈成一组！</a:t>
            </a:r>
            <a:br/>
            <a:r>
              <a:t>△、□、○是一组好朋友，轮流出现～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4140000"/>
            <a:ext cx="3600000" cy="54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4212000"/>
            <a:ext cx="32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🎵 数字跳跳跳，规律找找找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0" y="4230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4F9C"/>
                </a:solidFill>
              </a:defRPr>
            </a:pPr>
            <a:r>
              <a:t>观察力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8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0000" y="4230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4F9C"/>
                </a:solidFill>
              </a:defRPr>
            </a:pPr>
            <a:r>
              <a:t>逻辑力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0000" y="360000"/>
            <a:ext cx="720000" cy="360000"/>
          </a:xfrm>
          <a:prstGeom prst="round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96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题2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360000"/>
            <a:ext cx="50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4F9C"/>
                </a:solidFill>
              </a:defRPr>
            </a:pPr>
            <a:r>
              <a:t>🐰 小兔子吃萝卜 - 重复组规律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61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2C3E4F"/>
                </a:solidFill>
              </a:defRPr>
            </a:pPr>
            <a:r>
              <a:t>🌸 🍀 🍀 🌸 🍀 🍀 __ __ __</a:t>
            </a:r>
            <a:br/>
            <a:r>
              <a:t>（重复组规律）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160000"/>
            <a:ext cx="6120000" cy="1800000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2268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592000"/>
            <a:ext cx="57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答案：🌸 🍀 🍀</a:t>
            </a:r>
            <a:br/>
            <a:br/>
            <a:r>
              <a:t>1朵花配2片叶子，是一个小组！</a:t>
            </a:r>
            <a:br/>
            <a:r>
              <a:t>小组重复出现，就像排队做操一样整齐～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4140000"/>
            <a:ext cx="3600000" cy="54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4212000"/>
            <a:ext cx="32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🎵 找小组，看重复，规律藏在组里面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0" y="4230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4F9C"/>
                </a:solidFill>
              </a:defRPr>
            </a:pPr>
            <a:r>
              <a:t>观察力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8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0000" y="4230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4F9C"/>
                </a:solidFill>
              </a:defRPr>
            </a:pPr>
            <a:r>
              <a:t>归纳力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0000" y="360000"/>
            <a:ext cx="720000" cy="360000"/>
          </a:xfrm>
          <a:prstGeom prst="round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96000"/>
            <a:ext cx="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题3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360000"/>
            <a:ext cx="50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4F9C"/>
                </a:solidFill>
              </a:defRPr>
            </a:pPr>
            <a:r>
              <a:t>🚂 小火车运数字 - 数字排序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61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2C3E4F"/>
                </a:solidFill>
              </a:defRPr>
            </a:pPr>
            <a:r>
              <a:t>把数字按从小到大排列：</a:t>
            </a:r>
            <a:br/>
            <a:r>
              <a:t>15, 8, 23, 6, 19, 11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160000"/>
            <a:ext cx="6120000" cy="1800000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2268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592000"/>
            <a:ext cx="57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答案：6, 8, 11, 15, 19, 23</a:t>
            </a:r>
            <a:br/>
            <a:br/>
            <a:r>
              <a:t>小技巧：先找最小的（6），再找剩下的里面最小的，</a:t>
            </a:r>
            <a:br/>
            <a:r>
              <a:t>像排队一样一个一个来～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4140000"/>
            <a:ext cx="3600000" cy="54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4212000"/>
            <a:ext cx="32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🎵 比大小，排排队，从小到大不插队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0" y="4230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4F9C"/>
                </a:solidFill>
              </a:defRPr>
            </a:pPr>
            <a:r>
              <a:t>数感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8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0000" y="4230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4F9C"/>
                </a:solidFill>
              </a:defRPr>
            </a:pPr>
            <a:r>
              <a:t>比较力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0"/>
            <a:ext cx="540000" cy="28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1800000"/>
            <a:ext cx="28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240000"/>
            <a:ext cx="57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B4F9C"/>
                </a:solidFill>
              </a:defRPr>
            </a:pPr>
            <a:r>
              <a:t>提高练习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140000"/>
            <a:ext cx="57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4F"/>
                </a:solidFill>
              </a:defRPr>
            </a:pPr>
            <a:r>
              <a:t>思维拓展 - 侦探大挑战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0" y="18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9E2A2B"/>
                </a:solidFill>
              </a:defRPr>
            </a:pPr>
            <a:r>
              <a:t>⭐⭐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80000"/>
            <a:ext cx="1440000" cy="288000"/>
          </a:xfrm>
          <a:prstGeom prst="roundRect">
            <a:avLst/>
          </a:prstGeom>
          <a:solidFill>
            <a:srgbClr val="F2EFF8"/>
          </a:solidFill>
          <a:ln w="25400">
            <a:solidFill>
              <a:srgbClr val="6B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000" y="198000"/>
            <a:ext cx="129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4F9C"/>
                </a:solidFill>
              </a:defRPr>
            </a:pPr>
            <a:r>
              <a:t>方法：整体减部分法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40000"/>
            <a:ext cx="7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B4F9C"/>
                </a:solidFill>
              </a:defRPr>
            </a:pPr>
            <a:r>
              <a:t>题4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540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4F9C"/>
                </a:solidFill>
              </a:defRPr>
            </a:pPr>
            <a:r>
              <a:t>🍎 水果代换 - 等量代换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080000"/>
            <a:ext cx="61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C3E4F"/>
                </a:solidFill>
              </a:defRPr>
            </a:pPr>
            <a:r>
              <a:t>🍎 + 🍌 = 9</a:t>
            </a:r>
            <a:br/>
            <a:r>
              <a:t>🍌 + 🍇 = 8</a:t>
            </a:r>
            <a:br/>
            <a:r>
              <a:t>🍎 + 🍌 + 🍇 = 15</a:t>
            </a:r>
            <a:br/>
            <a:r>
              <a:t>求：🍎=？ 🍌=？ 🍇=？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2700000"/>
            <a:ext cx="6120000" cy="1800000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808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131999"/>
            <a:ext cx="57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答案：🍎=7, 🍌=2, 🍇=6</a:t>
            </a:r>
            <a:br/>
            <a:br/>
            <a:r>
              <a:t>用第三个式子减第一个式子得🍇=6</a:t>
            </a:r>
            <a:br/>
            <a:r>
              <a:t>再依次推导🍌=2，🍎=7</a:t>
            </a:r>
            <a:br/>
            <a:br/>
            <a:r>
              <a:t>💡 整体减部分，未知数现形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680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469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4F9C"/>
                </a:solidFill>
              </a:defRPr>
            </a:pPr>
            <a:r>
              <a:t>逻辑力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20000" y="4680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0000" y="469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4F9C"/>
                </a:solidFill>
              </a:defRPr>
            </a:pPr>
            <a:r>
              <a:t>代换思维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0" y="18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9E2A2B"/>
                </a:solidFill>
              </a:defRPr>
            </a:pPr>
            <a:r>
              <a:t>⭐⭐⭐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80000"/>
            <a:ext cx="1440000" cy="288000"/>
          </a:xfrm>
          <a:prstGeom prst="roundRect">
            <a:avLst/>
          </a:prstGeom>
          <a:solidFill>
            <a:srgbClr val="F2EFF8"/>
          </a:solidFill>
          <a:ln w="25400">
            <a:solidFill>
              <a:srgbClr val="6B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000" y="198000"/>
            <a:ext cx="129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4F9C"/>
                </a:solidFill>
              </a:defRPr>
            </a:pPr>
            <a:r>
              <a:t>方法：规律递推法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40000"/>
            <a:ext cx="7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B4F9C"/>
                </a:solidFill>
              </a:defRPr>
            </a:pPr>
            <a:r>
              <a:t>题5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540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4F9C"/>
                </a:solidFill>
              </a:defRPr>
            </a:pPr>
            <a:r>
              <a:t>🌸 花瓣的秘密 - 斐波那契数列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080000"/>
            <a:ext cx="61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C3E4F"/>
                </a:solidFill>
              </a:defRPr>
            </a:pPr>
            <a:r>
              <a:t>1, 1, 2, 3, 5, 8, __, __, __</a:t>
            </a:r>
            <a:br/>
            <a:br/>
            <a:r>
              <a:t>自然中的斐波那契：</a:t>
            </a:r>
            <a:br/>
            <a:r>
              <a:t>🌸 百合花3瓣  🌸 梅花5瓣  🌸 波斯菊8瓣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2700000"/>
            <a:ext cx="6120000" cy="1800000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808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131999"/>
            <a:ext cx="57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答案：13, 21, 34</a:t>
            </a:r>
            <a:br/>
            <a:br/>
            <a:r>
              <a:t>规律：从第3个数开始，每个数都是前两个数相加</a:t>
            </a:r>
            <a:br/>
            <a:br/>
            <a:r>
              <a:t>兔子繁殖表：</a:t>
            </a:r>
            <a:br/>
            <a:r>
              <a:t>月份：1  2  3  4  5  6  7</a:t>
            </a:r>
            <a:br/>
            <a:r>
              <a:t>对数：1  1  2  3  5  8  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680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469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4F9C"/>
                </a:solidFill>
              </a:defRPr>
            </a:pPr>
            <a:r>
              <a:t>规律发现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20000" y="4680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0000" y="469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4F9C"/>
                </a:solidFill>
              </a:defRPr>
            </a:pPr>
            <a:r>
              <a:t>自然数学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0"/>
            <a:ext cx="540000" cy="28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1800000"/>
            <a:ext cx="28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240000"/>
            <a:ext cx="57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B4F9C"/>
                </a:solidFill>
              </a:defRPr>
            </a:pPr>
            <a:r>
              <a:t>挑战练习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140000"/>
            <a:ext cx="57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4F"/>
                </a:solidFill>
              </a:defRPr>
            </a:pPr>
            <a:r>
              <a:t>小小数学家实验室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180000"/>
            <a:ext cx="6480000" cy="540000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64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🏆 挑战题6 - 数字密码锁 ⭐⭐⭐⭐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900000"/>
            <a:ext cx="6480000" cy="18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57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4F"/>
                </a:solidFill>
              </a:defRPr>
            </a:pPr>
            <a:r>
              <a:t>一个3位数密码锁：</a:t>
            </a:r>
            <a:br/>
            <a:r>
              <a:t>① 百位比十位大2</a:t>
            </a:r>
            <a:br/>
            <a:r>
              <a:t>② 个位是十位的2倍</a:t>
            </a:r>
            <a:br/>
            <a:r>
              <a:t>③ 三个数的和是14</a:t>
            </a:r>
            <a:br/>
            <a:r>
              <a:t>求：密码是多少？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2880000"/>
            <a:ext cx="6480000" cy="1800000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988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11999"/>
            <a:ext cx="57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答案：536</a:t>
            </a:r>
            <a:br/>
            <a:br/>
            <a:r>
              <a:t>设十位为x，则百位=x+2，个位=2x</a:t>
            </a:r>
            <a:br/>
            <a:r>
              <a:t>(x+2) + x + 2x = 14</a:t>
            </a:r>
            <a:br/>
            <a:r>
              <a:t>4x + 2 = 14 → 4x = 12 → x = 3</a:t>
            </a:r>
            <a:br/>
            <a:r>
              <a:t>∴ 密码 = 536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4860000"/>
            <a:ext cx="6480000" cy="72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4968000"/>
            <a:ext cx="57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🧠 思维发散：还可以用枚举法尝试 | 从条件③入手也可以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180000"/>
            <a:ext cx="6480000" cy="540000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64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🏆 挑战题7 - 正方体展开图 ⭐⭐⭐⭐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900000"/>
            <a:ext cx="6480000" cy="18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57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4F"/>
                </a:solidFill>
              </a:defRPr>
            </a:pPr>
            <a:r>
              <a:t>一个正方体的展开图：</a:t>
            </a:r>
            <a:br/>
            <a:r>
              <a:t>    [1]</a:t>
            </a:r>
            <a:br/>
            <a:r>
              <a:t>[2][3][4][5]</a:t>
            </a:r>
            <a:br/>
            <a:r>
              <a:t>    [6]</a:t>
            </a:r>
            <a:br/>
            <a:br/>
            <a:r>
              <a:t>数字1对面是几？数字2对面是几？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2880000"/>
            <a:ext cx="6480000" cy="1800000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988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11999"/>
            <a:ext cx="57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答案：1对6，2对4，3对5</a:t>
            </a:r>
            <a:br/>
            <a:br/>
            <a:r>
              <a:t>规律：正方体展开图中，"隔一个是对面"</a:t>
            </a:r>
            <a:br/>
            <a:r>
              <a:t>1和6中间隔了3，2和4中间隔了3，剩下的3和5相对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4860000"/>
            <a:ext cx="6480000" cy="72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4968000"/>
            <a:ext cx="57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4F"/>
                </a:solidFill>
              </a:defRPr>
            </a:pPr>
            <a:r>
              <a:t>🧠 思维发散：尝试折叠展开图验证 | 思考：还有其他判断方法吗？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0"/>
            <a:ext cx="540000" cy="28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1800000"/>
            <a:ext cx="28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240000"/>
            <a:ext cx="57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B4F9C"/>
                </a:solidFill>
              </a:defRPr>
            </a:pPr>
            <a:r>
              <a:t>教具清单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140000"/>
            <a:ext cx="57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4F"/>
                </a:solidFill>
              </a:defRPr>
            </a:pPr>
            <a:r>
              <a:t>宝藏准备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60000"/>
            <a:ext cx="57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t>🎨 教具清单 - 宝藏准备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080000"/>
            <a:ext cx="6120000" cy="4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9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E2A2B"/>
                </a:solidFill>
              </a:defRPr>
            </a:pPr>
            <a:r>
              <a:t>🥇 必备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1152000"/>
            <a:ext cx="1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4F"/>
                </a:solidFill>
              </a:defRPr>
            </a:pPr>
            <a:r>
              <a:t>数字卡片（0-9）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0" y="1152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4F"/>
                </a:solidFill>
              </a:defRPr>
            </a:pPr>
            <a:r>
              <a:t>6套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152000"/>
            <a:ext cx="21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4F"/>
                </a:solidFill>
              </a:defRPr>
            </a:pPr>
            <a:r>
              <a:t>数字接龙、排序游戏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620000"/>
            <a:ext cx="6120000" cy="46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692000"/>
            <a:ext cx="9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E2A2B"/>
                </a:solidFill>
              </a:defRPr>
            </a:pPr>
            <a:r>
              <a:t>🥇 必备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1692000"/>
            <a:ext cx="1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4F"/>
                </a:solidFill>
              </a:defRPr>
            </a:pPr>
            <a:r>
              <a:t>图形卡片（△□○）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1692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4F"/>
                </a:solidFill>
              </a:defRPr>
            </a:pPr>
            <a:r>
              <a:t>6套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1692000"/>
            <a:ext cx="21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4F"/>
                </a:solidFill>
              </a:defRPr>
            </a:pPr>
            <a:r>
              <a:t>找规律、图形计数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2160000"/>
            <a:ext cx="6120000" cy="4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2232000"/>
            <a:ext cx="9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E2A2B"/>
                </a:solidFill>
              </a:defRPr>
            </a:pPr>
            <a:r>
              <a:t>🥇 必备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0000" y="2232000"/>
            <a:ext cx="1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4F"/>
                </a:solidFill>
              </a:defRPr>
            </a:pPr>
            <a:r>
              <a:t>数独练习卡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0" y="2232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4F"/>
                </a:solidFill>
              </a:defRPr>
            </a:pPr>
            <a:r>
              <a:t>6套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0" y="2232000"/>
            <a:ext cx="21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4F"/>
                </a:solidFill>
              </a:defRPr>
            </a:pPr>
            <a:r>
              <a:t>四宫格/六宫格数独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2700000"/>
            <a:ext cx="6120000" cy="46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2772000"/>
            <a:ext cx="9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E2A2B"/>
                </a:solidFill>
              </a:defRPr>
            </a:pPr>
            <a:r>
              <a:t>🥇 必备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0000" y="2772000"/>
            <a:ext cx="1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4F"/>
                </a:solidFill>
              </a:defRPr>
            </a:pPr>
            <a:r>
              <a:t>正方体展开图卡片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0" y="2772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4F"/>
                </a:solidFill>
              </a:defRPr>
            </a:pPr>
            <a:r>
              <a:t>6套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0" y="2772000"/>
            <a:ext cx="21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4F"/>
                </a:solidFill>
              </a:defRPr>
            </a:pPr>
            <a:r>
              <a:t>空间力思考题实操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3240000"/>
            <a:ext cx="6120000" cy="4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3312000"/>
            <a:ext cx="9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E2A2B"/>
                </a:solidFill>
              </a:defRPr>
            </a:pPr>
            <a:r>
              <a:t>🥇 必备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0000" y="3312000"/>
            <a:ext cx="1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4F"/>
                </a:solidFill>
              </a:defRPr>
            </a:pPr>
            <a:r>
              <a:t>小白板+马克笔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0" y="3312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4F"/>
                </a:solidFill>
              </a:defRPr>
            </a:pPr>
            <a:r>
              <a:t>6套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0" y="3312000"/>
            <a:ext cx="21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4F"/>
                </a:solidFill>
              </a:defRPr>
            </a:pPr>
            <a:r>
              <a:t>数学小讲师环节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000" y="3780000"/>
            <a:ext cx="6120000" cy="46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000" y="3852000"/>
            <a:ext cx="9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4F9C"/>
                </a:solidFill>
              </a:defRPr>
            </a:pPr>
            <a:r>
              <a:t>🥈 推荐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0000" y="3852000"/>
            <a:ext cx="1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4F"/>
                </a:solidFill>
              </a:defRPr>
            </a:pPr>
            <a:r>
              <a:t>数字规律海报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0" y="3852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4F"/>
                </a:solidFill>
              </a:defRPr>
            </a:pPr>
            <a:r>
              <a:t>1张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0" y="3852000"/>
            <a:ext cx="21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4F"/>
                </a:solidFill>
              </a:defRPr>
            </a:pPr>
            <a:r>
              <a:t>展示斐波那契规律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0000" y="4320000"/>
            <a:ext cx="6120000" cy="4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000" y="4392000"/>
            <a:ext cx="9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4F9C"/>
                </a:solidFill>
              </a:defRPr>
            </a:pPr>
            <a:r>
              <a:t>🥈 推荐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0000" y="4392000"/>
            <a:ext cx="1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4F"/>
                </a:solidFill>
              </a:defRPr>
            </a:pPr>
            <a:r>
              <a:t>错题记录本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0000" y="4392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4F"/>
                </a:solidFill>
              </a:defRPr>
            </a:pPr>
            <a:r>
              <a:t>6本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0000" y="4392000"/>
            <a:ext cx="21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4F"/>
                </a:solidFill>
              </a:defRPr>
            </a:pPr>
            <a:r>
              <a:t>记录错误与复盘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0000" y="4860000"/>
            <a:ext cx="6120000" cy="46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0000" y="4932000"/>
            <a:ext cx="9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4F9C"/>
                </a:solidFill>
              </a:defRPr>
            </a:pPr>
            <a:r>
              <a:t>🥉 拓展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20000" y="4932000"/>
            <a:ext cx="1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4F"/>
                </a:solidFill>
              </a:defRPr>
            </a:pPr>
            <a:r>
              <a:t>数学绘本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0000" y="4932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4F"/>
                </a:solidFill>
              </a:defRPr>
            </a:pPr>
            <a:r>
              <a:t>若干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0" y="4932000"/>
            <a:ext cx="21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4F"/>
                </a:solidFill>
              </a:defRPr>
            </a:pPr>
            <a:r>
              <a:t>《兔子的12个麻烦》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0000" y="5580000"/>
            <a:ext cx="6120000" cy="54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000" y="5688000"/>
            <a:ext cx="57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E2A2B"/>
                </a:solidFill>
              </a:defRPr>
            </a:pPr>
            <a:r>
              <a:t>💡 提示：提前准备好教具，课堂效率更高！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20000" y="1080000"/>
            <a:ext cx="2880000" cy="2880000"/>
          </a:xfrm>
          <a:prstGeom prst="ellipse">
            <a:avLst/>
          </a:prstGeom>
          <a:solidFill>
            <a:srgbClr val="9E2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0"/>
            <a:ext cx="57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感谢聆听！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420000"/>
            <a:ext cx="57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今天的小数学家们，下次见！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320000"/>
            <a:ext cx="57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夏老师数学思维课堂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📱 手机：13810290045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💬 微信：sharpxia1017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⏰ 答疑时间：周一至周五 19:00-21:00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